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2046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4" Type="http://schemas.openxmlformats.org/officeDocument/2006/relationships/image" Target="../media/image14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4" Type="http://schemas.openxmlformats.org/officeDocument/2006/relationships/image" Target="../media/image14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053F93-7155-46D4-9C1E-690EF71BEDC1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6E5C092D-CA08-43AF-8954-8671B0552E8A}">
      <dgm:prSet custT="1"/>
      <dgm:spPr/>
      <dgm:t>
        <a:bodyPr/>
        <a:lstStyle/>
        <a:p>
          <a:r>
            <a:rPr lang="en-US" sz="1800" dirty="0"/>
            <a:t>Manual incident communications are slow, inconsistent, and risky.</a:t>
          </a:r>
        </a:p>
      </dgm:t>
    </dgm:pt>
    <dgm:pt modelId="{6C430B9A-224A-4D1A-ABAC-BD59BC2F3CD4}" type="parTrans" cxnId="{BDDB9E6A-FD46-4F9A-8A46-82C011988B1E}">
      <dgm:prSet/>
      <dgm:spPr/>
      <dgm:t>
        <a:bodyPr/>
        <a:lstStyle/>
        <a:p>
          <a:endParaRPr lang="en-US"/>
        </a:p>
      </dgm:t>
    </dgm:pt>
    <dgm:pt modelId="{FA985A69-A1A6-472A-AF3A-FAA72BB8E6F2}" type="sibTrans" cxnId="{BDDB9E6A-FD46-4F9A-8A46-82C011988B1E}">
      <dgm:prSet/>
      <dgm:spPr/>
      <dgm:t>
        <a:bodyPr/>
        <a:lstStyle/>
        <a:p>
          <a:endParaRPr lang="en-US"/>
        </a:p>
      </dgm:t>
    </dgm:pt>
    <dgm:pt modelId="{9606F7FB-41B4-49BF-AD0C-AAF56E024806}">
      <dgm:prSet custT="1"/>
      <dgm:spPr/>
      <dgm:t>
        <a:bodyPr/>
        <a:lstStyle/>
        <a:p>
          <a:r>
            <a:rPr lang="en-US" sz="1800" dirty="0"/>
            <a:t>ICs/CSEs split focus; increased incident load.</a:t>
          </a:r>
        </a:p>
      </dgm:t>
    </dgm:pt>
    <dgm:pt modelId="{0EE8102F-5AC4-44DC-93EF-0B91089EFE10}" type="parTrans" cxnId="{3B804E04-B241-461C-9C86-F6327A01407A}">
      <dgm:prSet/>
      <dgm:spPr/>
      <dgm:t>
        <a:bodyPr/>
        <a:lstStyle/>
        <a:p>
          <a:endParaRPr lang="en-US"/>
        </a:p>
      </dgm:t>
    </dgm:pt>
    <dgm:pt modelId="{F3E683A3-4373-4E98-BCDE-AE4AA4EB07A1}" type="sibTrans" cxnId="{3B804E04-B241-461C-9C86-F6327A01407A}">
      <dgm:prSet/>
      <dgm:spPr/>
      <dgm:t>
        <a:bodyPr/>
        <a:lstStyle/>
        <a:p>
          <a:endParaRPr lang="en-US"/>
        </a:p>
      </dgm:t>
    </dgm:pt>
    <dgm:pt modelId="{1532CAF1-EA86-4DBB-9AFD-4FF37AAB37D1}" type="pres">
      <dgm:prSet presAssocID="{00053F93-7155-46D4-9C1E-690EF71BEDC1}" presName="root" presStyleCnt="0">
        <dgm:presLayoutVars>
          <dgm:dir/>
          <dgm:resizeHandles val="exact"/>
        </dgm:presLayoutVars>
      </dgm:prSet>
      <dgm:spPr/>
    </dgm:pt>
    <dgm:pt modelId="{1503D9F8-BEFD-451A-B231-E194F1B235F0}" type="pres">
      <dgm:prSet presAssocID="{6E5C092D-CA08-43AF-8954-8671B0552E8A}" presName="compNode" presStyleCnt="0"/>
      <dgm:spPr/>
    </dgm:pt>
    <dgm:pt modelId="{A73615C0-1406-474C-9D18-02B438673C61}" type="pres">
      <dgm:prSet presAssocID="{6E5C092D-CA08-43AF-8954-8671B0552E8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urtle"/>
        </a:ext>
      </dgm:extLst>
    </dgm:pt>
    <dgm:pt modelId="{C114A98A-6B7B-48D6-BBF1-E22129676B83}" type="pres">
      <dgm:prSet presAssocID="{6E5C092D-CA08-43AF-8954-8671B0552E8A}" presName="spaceRect" presStyleCnt="0"/>
      <dgm:spPr/>
    </dgm:pt>
    <dgm:pt modelId="{E95DC36D-0385-41B2-BAF3-0B5071202B1A}" type="pres">
      <dgm:prSet presAssocID="{6E5C092D-CA08-43AF-8954-8671B0552E8A}" presName="textRect" presStyleLbl="revTx" presStyleIdx="0" presStyleCnt="2">
        <dgm:presLayoutVars>
          <dgm:chMax val="1"/>
          <dgm:chPref val="1"/>
        </dgm:presLayoutVars>
      </dgm:prSet>
      <dgm:spPr/>
    </dgm:pt>
    <dgm:pt modelId="{801542DF-B3F8-4837-9592-5FDA77597D14}" type="pres">
      <dgm:prSet presAssocID="{FA985A69-A1A6-472A-AF3A-FAA72BB8E6F2}" presName="sibTrans" presStyleCnt="0"/>
      <dgm:spPr/>
    </dgm:pt>
    <dgm:pt modelId="{502530F9-058E-4B5E-ACCF-3026F528C19D}" type="pres">
      <dgm:prSet presAssocID="{9606F7FB-41B4-49BF-AD0C-AAF56E024806}" presName="compNode" presStyleCnt="0"/>
      <dgm:spPr/>
    </dgm:pt>
    <dgm:pt modelId="{F0764AAA-F5CC-45FD-91DA-0D65CD1CA105}" type="pres">
      <dgm:prSet presAssocID="{9606F7FB-41B4-49BF-AD0C-AAF56E02480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Downward Trend"/>
        </a:ext>
      </dgm:extLst>
    </dgm:pt>
    <dgm:pt modelId="{0FEA5866-72E9-40FC-8AB7-5AB7BAC20467}" type="pres">
      <dgm:prSet presAssocID="{9606F7FB-41B4-49BF-AD0C-AAF56E024806}" presName="spaceRect" presStyleCnt="0"/>
      <dgm:spPr/>
    </dgm:pt>
    <dgm:pt modelId="{556EB730-A30D-451B-A867-9448B4789C9F}" type="pres">
      <dgm:prSet presAssocID="{9606F7FB-41B4-49BF-AD0C-AAF56E024806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3B804E04-B241-461C-9C86-F6327A01407A}" srcId="{00053F93-7155-46D4-9C1E-690EF71BEDC1}" destId="{9606F7FB-41B4-49BF-AD0C-AAF56E024806}" srcOrd="1" destOrd="0" parTransId="{0EE8102F-5AC4-44DC-93EF-0B91089EFE10}" sibTransId="{F3E683A3-4373-4E98-BCDE-AE4AA4EB07A1}"/>
    <dgm:cxn modelId="{0F2D832F-9283-4A6C-974B-64DBFA5636B0}" type="presOf" srcId="{9606F7FB-41B4-49BF-AD0C-AAF56E024806}" destId="{556EB730-A30D-451B-A867-9448B4789C9F}" srcOrd="0" destOrd="0" presId="urn:microsoft.com/office/officeart/2018/2/layout/IconLabelList"/>
    <dgm:cxn modelId="{E7E7905B-C174-459A-BDD0-D034736F6E28}" type="presOf" srcId="{00053F93-7155-46D4-9C1E-690EF71BEDC1}" destId="{1532CAF1-EA86-4DBB-9AFD-4FF37AAB37D1}" srcOrd="0" destOrd="0" presId="urn:microsoft.com/office/officeart/2018/2/layout/IconLabelList"/>
    <dgm:cxn modelId="{BDDB9E6A-FD46-4F9A-8A46-82C011988B1E}" srcId="{00053F93-7155-46D4-9C1E-690EF71BEDC1}" destId="{6E5C092D-CA08-43AF-8954-8671B0552E8A}" srcOrd="0" destOrd="0" parTransId="{6C430B9A-224A-4D1A-ABAC-BD59BC2F3CD4}" sibTransId="{FA985A69-A1A6-472A-AF3A-FAA72BB8E6F2}"/>
    <dgm:cxn modelId="{2065E695-014B-4F9D-A5BC-C6D07EAB76B8}" type="presOf" srcId="{6E5C092D-CA08-43AF-8954-8671B0552E8A}" destId="{E95DC36D-0385-41B2-BAF3-0B5071202B1A}" srcOrd="0" destOrd="0" presId="urn:microsoft.com/office/officeart/2018/2/layout/IconLabelList"/>
    <dgm:cxn modelId="{E37A5107-E1A1-486D-B297-CD9BD2D9EBEA}" type="presParOf" srcId="{1532CAF1-EA86-4DBB-9AFD-4FF37AAB37D1}" destId="{1503D9F8-BEFD-451A-B231-E194F1B235F0}" srcOrd="0" destOrd="0" presId="urn:microsoft.com/office/officeart/2018/2/layout/IconLabelList"/>
    <dgm:cxn modelId="{B66B3B61-5C94-4565-AD50-984B25A404C6}" type="presParOf" srcId="{1503D9F8-BEFD-451A-B231-E194F1B235F0}" destId="{A73615C0-1406-474C-9D18-02B438673C61}" srcOrd="0" destOrd="0" presId="urn:microsoft.com/office/officeart/2018/2/layout/IconLabelList"/>
    <dgm:cxn modelId="{3AA4850B-A1A4-42E7-90F9-A501CC4D2682}" type="presParOf" srcId="{1503D9F8-BEFD-451A-B231-E194F1B235F0}" destId="{C114A98A-6B7B-48D6-BBF1-E22129676B83}" srcOrd="1" destOrd="0" presId="urn:microsoft.com/office/officeart/2018/2/layout/IconLabelList"/>
    <dgm:cxn modelId="{85164EA6-8CA5-4548-BBD4-89FBF0B15584}" type="presParOf" srcId="{1503D9F8-BEFD-451A-B231-E194F1B235F0}" destId="{E95DC36D-0385-41B2-BAF3-0B5071202B1A}" srcOrd="2" destOrd="0" presId="urn:microsoft.com/office/officeart/2018/2/layout/IconLabelList"/>
    <dgm:cxn modelId="{59DF1FDE-3854-4DE3-8FD2-C27B417898D2}" type="presParOf" srcId="{1532CAF1-EA86-4DBB-9AFD-4FF37AAB37D1}" destId="{801542DF-B3F8-4837-9592-5FDA77597D14}" srcOrd="1" destOrd="0" presId="urn:microsoft.com/office/officeart/2018/2/layout/IconLabelList"/>
    <dgm:cxn modelId="{FE1EA71D-A6F0-43C1-899E-6B7D811BCD39}" type="presParOf" srcId="{1532CAF1-EA86-4DBB-9AFD-4FF37AAB37D1}" destId="{502530F9-058E-4B5E-ACCF-3026F528C19D}" srcOrd="2" destOrd="0" presId="urn:microsoft.com/office/officeart/2018/2/layout/IconLabelList"/>
    <dgm:cxn modelId="{AD0021F2-E1D7-42E0-B829-8967127C99AC}" type="presParOf" srcId="{502530F9-058E-4B5E-ACCF-3026F528C19D}" destId="{F0764AAA-F5CC-45FD-91DA-0D65CD1CA105}" srcOrd="0" destOrd="0" presId="urn:microsoft.com/office/officeart/2018/2/layout/IconLabelList"/>
    <dgm:cxn modelId="{1348B7D1-6096-40C7-BC76-A041F303E502}" type="presParOf" srcId="{502530F9-058E-4B5E-ACCF-3026F528C19D}" destId="{0FEA5866-72E9-40FC-8AB7-5AB7BAC20467}" srcOrd="1" destOrd="0" presId="urn:microsoft.com/office/officeart/2018/2/layout/IconLabelList"/>
    <dgm:cxn modelId="{ADA4B0F7-3AB2-4936-800F-5F6F5DE663D4}" type="presParOf" srcId="{502530F9-058E-4B5E-ACCF-3026F528C19D}" destId="{556EB730-A30D-451B-A867-9448B4789C9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340E554-70DF-4157-BEA1-9B7B8D3C0D89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68A3248-113E-4875-86DA-8C44B48D2E0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/>
            <a:t>AICA generates customer-ready drafts across incident stages.</a:t>
          </a:r>
        </a:p>
      </dgm:t>
    </dgm:pt>
    <dgm:pt modelId="{A75A4092-EC02-48EF-B7A5-B86E4D9BCD28}" type="parTrans" cxnId="{852406BB-ECDC-4243-B773-DD141A1784E2}">
      <dgm:prSet/>
      <dgm:spPr/>
      <dgm:t>
        <a:bodyPr/>
        <a:lstStyle/>
        <a:p>
          <a:endParaRPr lang="en-US"/>
        </a:p>
      </dgm:t>
    </dgm:pt>
    <dgm:pt modelId="{A7084A24-C1C4-4516-8652-9A0DAC8D7BF4}" type="sibTrans" cxnId="{852406BB-ECDC-4243-B773-DD141A1784E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3EE77AB-88A0-435A-96BF-32228EB2AA3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/>
            <a:t>Guardrails enforce tone, safety, and non-disclosure.</a:t>
          </a:r>
        </a:p>
      </dgm:t>
    </dgm:pt>
    <dgm:pt modelId="{EB1DBB46-8D54-48D1-9F44-3CFCEC85F4E8}" type="parTrans" cxnId="{14AE8709-9CED-4D9B-B07D-CA6E4DE98F76}">
      <dgm:prSet/>
      <dgm:spPr/>
      <dgm:t>
        <a:bodyPr/>
        <a:lstStyle/>
        <a:p>
          <a:endParaRPr lang="en-US"/>
        </a:p>
      </dgm:t>
    </dgm:pt>
    <dgm:pt modelId="{1E966EFC-AD0F-494F-9CA5-1231F09D5C91}" type="sibTrans" cxnId="{14AE8709-9CED-4D9B-B07D-CA6E4DE98F76}">
      <dgm:prSet/>
      <dgm:spPr/>
      <dgm:t>
        <a:bodyPr/>
        <a:lstStyle/>
        <a:p>
          <a:endParaRPr lang="en-US"/>
        </a:p>
      </dgm:t>
    </dgm:pt>
    <dgm:pt modelId="{60E29AD6-96AF-4A66-94FC-6706A6FAE532}" type="pres">
      <dgm:prSet presAssocID="{3340E554-70DF-4157-BEA1-9B7B8D3C0D89}" presName="root" presStyleCnt="0">
        <dgm:presLayoutVars>
          <dgm:dir/>
          <dgm:resizeHandles val="exact"/>
        </dgm:presLayoutVars>
      </dgm:prSet>
      <dgm:spPr/>
    </dgm:pt>
    <dgm:pt modelId="{9BFFD7A0-9240-4862-98CB-28FA7236C6A5}" type="pres">
      <dgm:prSet presAssocID="{3340E554-70DF-4157-BEA1-9B7B8D3C0D89}" presName="container" presStyleCnt="0">
        <dgm:presLayoutVars>
          <dgm:dir/>
          <dgm:resizeHandles val="exact"/>
        </dgm:presLayoutVars>
      </dgm:prSet>
      <dgm:spPr/>
    </dgm:pt>
    <dgm:pt modelId="{688777B6-AF74-451F-BCF1-68CD8F17E690}" type="pres">
      <dgm:prSet presAssocID="{268A3248-113E-4875-86DA-8C44B48D2E03}" presName="compNode" presStyleCnt="0"/>
      <dgm:spPr/>
    </dgm:pt>
    <dgm:pt modelId="{19A42B0D-C9CA-4E35-A98A-64E41F7A8D07}" type="pres">
      <dgm:prSet presAssocID="{268A3248-113E-4875-86DA-8C44B48D2E03}" presName="iconBgRect" presStyleLbl="bgShp" presStyleIdx="0" presStyleCnt="2"/>
      <dgm:spPr/>
    </dgm:pt>
    <dgm:pt modelId="{3DF1DDC8-95E7-46FC-88A8-874FD7D81B2E}" type="pres">
      <dgm:prSet presAssocID="{268A3248-113E-4875-86DA-8C44B48D2E0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D7746AB5-8939-4861-B7BE-AFDC2079B9A5}" type="pres">
      <dgm:prSet presAssocID="{268A3248-113E-4875-86DA-8C44B48D2E03}" presName="spaceRect" presStyleCnt="0"/>
      <dgm:spPr/>
    </dgm:pt>
    <dgm:pt modelId="{26B021F2-5A52-4596-A8C9-006A6DAA7A3F}" type="pres">
      <dgm:prSet presAssocID="{268A3248-113E-4875-86DA-8C44B48D2E03}" presName="textRect" presStyleLbl="revTx" presStyleIdx="0" presStyleCnt="2">
        <dgm:presLayoutVars>
          <dgm:chMax val="1"/>
          <dgm:chPref val="1"/>
        </dgm:presLayoutVars>
      </dgm:prSet>
      <dgm:spPr/>
    </dgm:pt>
    <dgm:pt modelId="{E1EFDFD6-7C24-4D77-BA5F-443DFD6B4F7C}" type="pres">
      <dgm:prSet presAssocID="{A7084A24-C1C4-4516-8652-9A0DAC8D7BF4}" presName="sibTrans" presStyleLbl="sibTrans2D1" presStyleIdx="0" presStyleCnt="0"/>
      <dgm:spPr/>
    </dgm:pt>
    <dgm:pt modelId="{F4EC09D1-849D-4D54-BB1B-F9A3CC1689C0}" type="pres">
      <dgm:prSet presAssocID="{53EE77AB-88A0-435A-96BF-32228EB2AA3A}" presName="compNode" presStyleCnt="0"/>
      <dgm:spPr/>
    </dgm:pt>
    <dgm:pt modelId="{8C0F1033-A967-4E58-8907-EC56031A63FC}" type="pres">
      <dgm:prSet presAssocID="{53EE77AB-88A0-435A-96BF-32228EB2AA3A}" presName="iconBgRect" presStyleLbl="bgShp" presStyleIdx="1" presStyleCnt="2"/>
      <dgm:spPr/>
    </dgm:pt>
    <dgm:pt modelId="{32C643E4-684A-4616-9CD2-6ADC16C89886}" type="pres">
      <dgm:prSet presAssocID="{53EE77AB-88A0-435A-96BF-32228EB2AA3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reetcar"/>
        </a:ext>
      </dgm:extLst>
    </dgm:pt>
    <dgm:pt modelId="{45D3C350-E789-46F4-B064-35802A46EA2D}" type="pres">
      <dgm:prSet presAssocID="{53EE77AB-88A0-435A-96BF-32228EB2AA3A}" presName="spaceRect" presStyleCnt="0"/>
      <dgm:spPr/>
    </dgm:pt>
    <dgm:pt modelId="{5FD09302-4906-4300-8D75-2973BC61EA6E}" type="pres">
      <dgm:prSet presAssocID="{53EE77AB-88A0-435A-96BF-32228EB2AA3A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14AE8709-9CED-4D9B-B07D-CA6E4DE98F76}" srcId="{3340E554-70DF-4157-BEA1-9B7B8D3C0D89}" destId="{53EE77AB-88A0-435A-96BF-32228EB2AA3A}" srcOrd="1" destOrd="0" parTransId="{EB1DBB46-8D54-48D1-9F44-3CFCEC85F4E8}" sibTransId="{1E966EFC-AD0F-494F-9CA5-1231F09D5C91}"/>
    <dgm:cxn modelId="{75138E19-9FF8-49FF-839C-20A0D09A38BA}" type="presOf" srcId="{53EE77AB-88A0-435A-96BF-32228EB2AA3A}" destId="{5FD09302-4906-4300-8D75-2973BC61EA6E}" srcOrd="0" destOrd="0" presId="urn:microsoft.com/office/officeart/2018/2/layout/IconCircleList"/>
    <dgm:cxn modelId="{51B2A34C-EEC4-4F1B-A974-3FB8E5FEAFF9}" type="presOf" srcId="{A7084A24-C1C4-4516-8652-9A0DAC8D7BF4}" destId="{E1EFDFD6-7C24-4D77-BA5F-443DFD6B4F7C}" srcOrd="0" destOrd="0" presId="urn:microsoft.com/office/officeart/2018/2/layout/IconCircleList"/>
    <dgm:cxn modelId="{852406BB-ECDC-4243-B773-DD141A1784E2}" srcId="{3340E554-70DF-4157-BEA1-9B7B8D3C0D89}" destId="{268A3248-113E-4875-86DA-8C44B48D2E03}" srcOrd="0" destOrd="0" parTransId="{A75A4092-EC02-48EF-B7A5-B86E4D9BCD28}" sibTransId="{A7084A24-C1C4-4516-8652-9A0DAC8D7BF4}"/>
    <dgm:cxn modelId="{AE37D7C7-60FE-43D8-B379-964490B3852D}" type="presOf" srcId="{3340E554-70DF-4157-BEA1-9B7B8D3C0D89}" destId="{60E29AD6-96AF-4A66-94FC-6706A6FAE532}" srcOrd="0" destOrd="0" presId="urn:microsoft.com/office/officeart/2018/2/layout/IconCircleList"/>
    <dgm:cxn modelId="{012A18FB-F55B-4FE8-82FA-B1D71332D6F8}" type="presOf" srcId="{268A3248-113E-4875-86DA-8C44B48D2E03}" destId="{26B021F2-5A52-4596-A8C9-006A6DAA7A3F}" srcOrd="0" destOrd="0" presId="urn:microsoft.com/office/officeart/2018/2/layout/IconCircleList"/>
    <dgm:cxn modelId="{EBDEB62B-9907-4669-95E4-A927AFF99856}" type="presParOf" srcId="{60E29AD6-96AF-4A66-94FC-6706A6FAE532}" destId="{9BFFD7A0-9240-4862-98CB-28FA7236C6A5}" srcOrd="0" destOrd="0" presId="urn:microsoft.com/office/officeart/2018/2/layout/IconCircleList"/>
    <dgm:cxn modelId="{59DCDEE8-C218-4BC7-8996-E0660AA85614}" type="presParOf" srcId="{9BFFD7A0-9240-4862-98CB-28FA7236C6A5}" destId="{688777B6-AF74-451F-BCF1-68CD8F17E690}" srcOrd="0" destOrd="0" presId="urn:microsoft.com/office/officeart/2018/2/layout/IconCircleList"/>
    <dgm:cxn modelId="{CC305F11-81F7-426C-9C68-CBD9EA6F19AB}" type="presParOf" srcId="{688777B6-AF74-451F-BCF1-68CD8F17E690}" destId="{19A42B0D-C9CA-4E35-A98A-64E41F7A8D07}" srcOrd="0" destOrd="0" presId="urn:microsoft.com/office/officeart/2018/2/layout/IconCircleList"/>
    <dgm:cxn modelId="{A0AA405E-304F-4AC8-ADC5-E1582847AD21}" type="presParOf" srcId="{688777B6-AF74-451F-BCF1-68CD8F17E690}" destId="{3DF1DDC8-95E7-46FC-88A8-874FD7D81B2E}" srcOrd="1" destOrd="0" presId="urn:microsoft.com/office/officeart/2018/2/layout/IconCircleList"/>
    <dgm:cxn modelId="{E8A5FD1F-7A44-4775-A0A6-460A585E6750}" type="presParOf" srcId="{688777B6-AF74-451F-BCF1-68CD8F17E690}" destId="{D7746AB5-8939-4861-B7BE-AFDC2079B9A5}" srcOrd="2" destOrd="0" presId="urn:microsoft.com/office/officeart/2018/2/layout/IconCircleList"/>
    <dgm:cxn modelId="{6679AB57-CFBE-4856-9F1B-1F0076696AED}" type="presParOf" srcId="{688777B6-AF74-451F-BCF1-68CD8F17E690}" destId="{26B021F2-5A52-4596-A8C9-006A6DAA7A3F}" srcOrd="3" destOrd="0" presId="urn:microsoft.com/office/officeart/2018/2/layout/IconCircleList"/>
    <dgm:cxn modelId="{C914EBE5-060B-4057-AAE1-DB6089052209}" type="presParOf" srcId="{9BFFD7A0-9240-4862-98CB-28FA7236C6A5}" destId="{E1EFDFD6-7C24-4D77-BA5F-443DFD6B4F7C}" srcOrd="1" destOrd="0" presId="urn:microsoft.com/office/officeart/2018/2/layout/IconCircleList"/>
    <dgm:cxn modelId="{24DB2A00-AACA-4879-B8FF-989E97CD5CF8}" type="presParOf" srcId="{9BFFD7A0-9240-4862-98CB-28FA7236C6A5}" destId="{F4EC09D1-849D-4D54-BB1B-F9A3CC1689C0}" srcOrd="2" destOrd="0" presId="urn:microsoft.com/office/officeart/2018/2/layout/IconCircleList"/>
    <dgm:cxn modelId="{924C6810-35AA-4F43-8552-AC8B30529A41}" type="presParOf" srcId="{F4EC09D1-849D-4D54-BB1B-F9A3CC1689C0}" destId="{8C0F1033-A967-4E58-8907-EC56031A63FC}" srcOrd="0" destOrd="0" presId="urn:microsoft.com/office/officeart/2018/2/layout/IconCircleList"/>
    <dgm:cxn modelId="{E46AA339-CFD4-46B5-8D7B-8D2AC670510F}" type="presParOf" srcId="{F4EC09D1-849D-4D54-BB1B-F9A3CC1689C0}" destId="{32C643E4-684A-4616-9CD2-6ADC16C89886}" srcOrd="1" destOrd="0" presId="urn:microsoft.com/office/officeart/2018/2/layout/IconCircleList"/>
    <dgm:cxn modelId="{D8E805D8-F290-4F65-966E-D97F5C7652A9}" type="presParOf" srcId="{F4EC09D1-849D-4D54-BB1B-F9A3CC1689C0}" destId="{45D3C350-E789-46F4-B064-35802A46EA2D}" srcOrd="2" destOrd="0" presId="urn:microsoft.com/office/officeart/2018/2/layout/IconCircleList"/>
    <dgm:cxn modelId="{76138628-F1F1-430B-96CC-431AFFD999D5}" type="presParOf" srcId="{F4EC09D1-849D-4D54-BB1B-F9A3CC1689C0}" destId="{5FD09302-4906-4300-8D75-2973BC61EA6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A1740AB-504B-47FE-8DD5-94CCE1EE3804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B0C2525-097C-4A7E-BAB4-9BCC64D53B14}">
      <dgm:prSet custT="1"/>
      <dgm:spPr/>
      <dgm:t>
        <a:bodyPr/>
        <a:lstStyle/>
        <a:p>
          <a:r>
            <a:rPr lang="en-US" sz="1800" dirty="0"/>
            <a:t>Policy matrix; redaction; PII/DLP.</a:t>
          </a:r>
        </a:p>
      </dgm:t>
    </dgm:pt>
    <dgm:pt modelId="{1E91B96E-901C-43BF-98F6-3431E4862F7F}" type="parTrans" cxnId="{003BA440-2D2A-4F20-A6EE-29D08D5E073C}">
      <dgm:prSet/>
      <dgm:spPr/>
      <dgm:t>
        <a:bodyPr/>
        <a:lstStyle/>
        <a:p>
          <a:endParaRPr lang="en-US"/>
        </a:p>
      </dgm:t>
    </dgm:pt>
    <dgm:pt modelId="{D585D704-5BC5-40FC-BB67-712CC68B93A8}" type="sibTrans" cxnId="{003BA440-2D2A-4F20-A6EE-29D08D5E073C}">
      <dgm:prSet/>
      <dgm:spPr/>
      <dgm:t>
        <a:bodyPr/>
        <a:lstStyle/>
        <a:p>
          <a:endParaRPr lang="en-US"/>
        </a:p>
      </dgm:t>
    </dgm:pt>
    <dgm:pt modelId="{1E946E68-B069-457D-BD39-C7EDE618D104}">
      <dgm:prSet custT="1"/>
      <dgm:spPr/>
      <dgm:t>
        <a:bodyPr/>
        <a:lstStyle/>
        <a:p>
          <a:r>
            <a:rPr lang="en-US" sz="1800" dirty="0"/>
            <a:t>Ephemeral sessions; retention options; observability.</a:t>
          </a:r>
        </a:p>
      </dgm:t>
    </dgm:pt>
    <dgm:pt modelId="{DE7E1F3C-D616-4101-B6C5-D77EE67E0676}" type="parTrans" cxnId="{43C497CC-CA2E-4B79-AF0F-4EC546FC20F4}">
      <dgm:prSet/>
      <dgm:spPr/>
      <dgm:t>
        <a:bodyPr/>
        <a:lstStyle/>
        <a:p>
          <a:endParaRPr lang="en-US"/>
        </a:p>
      </dgm:t>
    </dgm:pt>
    <dgm:pt modelId="{F6B9C183-79B4-4EB2-9339-6B7B23EF656D}" type="sibTrans" cxnId="{43C497CC-CA2E-4B79-AF0F-4EC546FC20F4}">
      <dgm:prSet/>
      <dgm:spPr/>
      <dgm:t>
        <a:bodyPr/>
        <a:lstStyle/>
        <a:p>
          <a:endParaRPr lang="en-US"/>
        </a:p>
      </dgm:t>
    </dgm:pt>
    <dgm:pt modelId="{5533338E-4FD9-493D-9E93-13CEA7375436}" type="pres">
      <dgm:prSet presAssocID="{AA1740AB-504B-47FE-8DD5-94CCE1EE380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09AD9FD-7A29-4694-8D16-B4FF34D70281}" type="pres">
      <dgm:prSet presAssocID="{4B0C2525-097C-4A7E-BAB4-9BCC64D53B14}" presName="hierRoot1" presStyleCnt="0"/>
      <dgm:spPr/>
    </dgm:pt>
    <dgm:pt modelId="{4050DE23-17FA-49B0-B177-2D1B1C21E171}" type="pres">
      <dgm:prSet presAssocID="{4B0C2525-097C-4A7E-BAB4-9BCC64D53B14}" presName="composite" presStyleCnt="0"/>
      <dgm:spPr/>
    </dgm:pt>
    <dgm:pt modelId="{D1F0D939-589F-47F3-B3C4-DE4DEB86DEAD}" type="pres">
      <dgm:prSet presAssocID="{4B0C2525-097C-4A7E-BAB4-9BCC64D53B14}" presName="background" presStyleLbl="node0" presStyleIdx="0" presStyleCnt="2"/>
      <dgm:spPr/>
    </dgm:pt>
    <dgm:pt modelId="{B61E0E06-F57E-4F77-889F-4493F49D974D}" type="pres">
      <dgm:prSet presAssocID="{4B0C2525-097C-4A7E-BAB4-9BCC64D53B14}" presName="text" presStyleLbl="fgAcc0" presStyleIdx="0" presStyleCnt="2">
        <dgm:presLayoutVars>
          <dgm:chPref val="3"/>
        </dgm:presLayoutVars>
      </dgm:prSet>
      <dgm:spPr/>
    </dgm:pt>
    <dgm:pt modelId="{14B12352-A3CA-4D87-8E40-C6AA896E2DD7}" type="pres">
      <dgm:prSet presAssocID="{4B0C2525-097C-4A7E-BAB4-9BCC64D53B14}" presName="hierChild2" presStyleCnt="0"/>
      <dgm:spPr/>
    </dgm:pt>
    <dgm:pt modelId="{AC3841AE-9BC8-411E-A387-26791725405F}" type="pres">
      <dgm:prSet presAssocID="{1E946E68-B069-457D-BD39-C7EDE618D104}" presName="hierRoot1" presStyleCnt="0"/>
      <dgm:spPr/>
    </dgm:pt>
    <dgm:pt modelId="{63E55183-D43E-4B9D-AB11-D5B971CCC029}" type="pres">
      <dgm:prSet presAssocID="{1E946E68-B069-457D-BD39-C7EDE618D104}" presName="composite" presStyleCnt="0"/>
      <dgm:spPr/>
    </dgm:pt>
    <dgm:pt modelId="{04013AC8-B79B-4CC1-96FD-4C4D40333CA7}" type="pres">
      <dgm:prSet presAssocID="{1E946E68-B069-457D-BD39-C7EDE618D104}" presName="background" presStyleLbl="node0" presStyleIdx="1" presStyleCnt="2"/>
      <dgm:spPr/>
    </dgm:pt>
    <dgm:pt modelId="{7DABBC69-A277-4045-A277-963378C6B4D0}" type="pres">
      <dgm:prSet presAssocID="{1E946E68-B069-457D-BD39-C7EDE618D104}" presName="text" presStyleLbl="fgAcc0" presStyleIdx="1" presStyleCnt="2">
        <dgm:presLayoutVars>
          <dgm:chPref val="3"/>
        </dgm:presLayoutVars>
      </dgm:prSet>
      <dgm:spPr/>
    </dgm:pt>
    <dgm:pt modelId="{598226D6-A3EE-45B7-A953-74DB4EA059BB}" type="pres">
      <dgm:prSet presAssocID="{1E946E68-B069-457D-BD39-C7EDE618D104}" presName="hierChild2" presStyleCnt="0"/>
      <dgm:spPr/>
    </dgm:pt>
  </dgm:ptLst>
  <dgm:cxnLst>
    <dgm:cxn modelId="{003BA440-2D2A-4F20-A6EE-29D08D5E073C}" srcId="{AA1740AB-504B-47FE-8DD5-94CCE1EE3804}" destId="{4B0C2525-097C-4A7E-BAB4-9BCC64D53B14}" srcOrd="0" destOrd="0" parTransId="{1E91B96E-901C-43BF-98F6-3431E4862F7F}" sibTransId="{D585D704-5BC5-40FC-BB67-712CC68B93A8}"/>
    <dgm:cxn modelId="{97B21062-8CB4-4854-8622-88F06F938099}" type="presOf" srcId="{1E946E68-B069-457D-BD39-C7EDE618D104}" destId="{7DABBC69-A277-4045-A277-963378C6B4D0}" srcOrd="0" destOrd="0" presId="urn:microsoft.com/office/officeart/2005/8/layout/hierarchy1"/>
    <dgm:cxn modelId="{13C2FB70-7497-449C-A775-081DC0F3DD66}" type="presOf" srcId="{AA1740AB-504B-47FE-8DD5-94CCE1EE3804}" destId="{5533338E-4FD9-493D-9E93-13CEA7375436}" srcOrd="0" destOrd="0" presId="urn:microsoft.com/office/officeart/2005/8/layout/hierarchy1"/>
    <dgm:cxn modelId="{43C497CC-CA2E-4B79-AF0F-4EC546FC20F4}" srcId="{AA1740AB-504B-47FE-8DD5-94CCE1EE3804}" destId="{1E946E68-B069-457D-BD39-C7EDE618D104}" srcOrd="1" destOrd="0" parTransId="{DE7E1F3C-D616-4101-B6C5-D77EE67E0676}" sibTransId="{F6B9C183-79B4-4EB2-9339-6B7B23EF656D}"/>
    <dgm:cxn modelId="{046FC9FB-A560-4EAE-A2C9-90595E15AB1C}" type="presOf" srcId="{4B0C2525-097C-4A7E-BAB4-9BCC64D53B14}" destId="{B61E0E06-F57E-4F77-889F-4493F49D974D}" srcOrd="0" destOrd="0" presId="urn:microsoft.com/office/officeart/2005/8/layout/hierarchy1"/>
    <dgm:cxn modelId="{3DB2F799-B857-46E0-9331-A461701FD89D}" type="presParOf" srcId="{5533338E-4FD9-493D-9E93-13CEA7375436}" destId="{D09AD9FD-7A29-4694-8D16-B4FF34D70281}" srcOrd="0" destOrd="0" presId="urn:microsoft.com/office/officeart/2005/8/layout/hierarchy1"/>
    <dgm:cxn modelId="{DC51CC98-443A-47B2-8555-1150358E07D3}" type="presParOf" srcId="{D09AD9FD-7A29-4694-8D16-B4FF34D70281}" destId="{4050DE23-17FA-49B0-B177-2D1B1C21E171}" srcOrd="0" destOrd="0" presId="urn:microsoft.com/office/officeart/2005/8/layout/hierarchy1"/>
    <dgm:cxn modelId="{4A778001-2499-418B-BA3B-296C3C5D02B0}" type="presParOf" srcId="{4050DE23-17FA-49B0-B177-2D1B1C21E171}" destId="{D1F0D939-589F-47F3-B3C4-DE4DEB86DEAD}" srcOrd="0" destOrd="0" presId="urn:microsoft.com/office/officeart/2005/8/layout/hierarchy1"/>
    <dgm:cxn modelId="{C15F1C6B-21C6-43C7-8838-E6D910F9EF2C}" type="presParOf" srcId="{4050DE23-17FA-49B0-B177-2D1B1C21E171}" destId="{B61E0E06-F57E-4F77-889F-4493F49D974D}" srcOrd="1" destOrd="0" presId="urn:microsoft.com/office/officeart/2005/8/layout/hierarchy1"/>
    <dgm:cxn modelId="{4EADF68E-CA20-4193-818E-2358040FBDE1}" type="presParOf" srcId="{D09AD9FD-7A29-4694-8D16-B4FF34D70281}" destId="{14B12352-A3CA-4D87-8E40-C6AA896E2DD7}" srcOrd="1" destOrd="0" presId="urn:microsoft.com/office/officeart/2005/8/layout/hierarchy1"/>
    <dgm:cxn modelId="{2145A434-5566-4FE1-9A0D-138183B86FD4}" type="presParOf" srcId="{5533338E-4FD9-493D-9E93-13CEA7375436}" destId="{AC3841AE-9BC8-411E-A387-26791725405F}" srcOrd="1" destOrd="0" presId="urn:microsoft.com/office/officeart/2005/8/layout/hierarchy1"/>
    <dgm:cxn modelId="{7A046DEF-0DBF-4FE6-9481-B4A82F592268}" type="presParOf" srcId="{AC3841AE-9BC8-411E-A387-26791725405F}" destId="{63E55183-D43E-4B9D-AB11-D5B971CCC029}" srcOrd="0" destOrd="0" presId="urn:microsoft.com/office/officeart/2005/8/layout/hierarchy1"/>
    <dgm:cxn modelId="{B0118097-DF34-4F1F-972A-EDB9075682B4}" type="presParOf" srcId="{63E55183-D43E-4B9D-AB11-D5B971CCC029}" destId="{04013AC8-B79B-4CC1-96FD-4C4D40333CA7}" srcOrd="0" destOrd="0" presId="urn:microsoft.com/office/officeart/2005/8/layout/hierarchy1"/>
    <dgm:cxn modelId="{D3FA6CB7-E093-4678-96F5-B9E29D7F7215}" type="presParOf" srcId="{63E55183-D43E-4B9D-AB11-D5B971CCC029}" destId="{7DABBC69-A277-4045-A277-963378C6B4D0}" srcOrd="1" destOrd="0" presId="urn:microsoft.com/office/officeart/2005/8/layout/hierarchy1"/>
    <dgm:cxn modelId="{1615222C-E051-4766-B891-29DF5B13EBEF}" type="presParOf" srcId="{AC3841AE-9BC8-411E-A387-26791725405F}" destId="{598226D6-A3EE-45B7-A953-74DB4EA059B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ED043E5-CCFD-4726-853D-E5DC20831AF8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C82B8FA1-8E1C-4DAB-A372-289AE433984C}">
      <dgm:prSet/>
      <dgm:spPr/>
      <dgm:t>
        <a:bodyPr/>
        <a:lstStyle/>
        <a:p>
          <a:r>
            <a:rPr lang="en-US" dirty="0"/>
            <a:t>Time reduction, tone consistency, latency, adoption.</a:t>
          </a:r>
        </a:p>
      </dgm:t>
    </dgm:pt>
    <dgm:pt modelId="{06F782E6-14A4-4BE4-9570-A2B58933EA66}" type="parTrans" cxnId="{09C681EE-45CF-4D48-9597-AFD8474C3374}">
      <dgm:prSet/>
      <dgm:spPr/>
      <dgm:t>
        <a:bodyPr/>
        <a:lstStyle/>
        <a:p>
          <a:endParaRPr lang="en-US"/>
        </a:p>
      </dgm:t>
    </dgm:pt>
    <dgm:pt modelId="{25FB4EF4-567C-4B8C-A67A-D5D8AA5C5608}" type="sibTrans" cxnId="{09C681EE-45CF-4D48-9597-AFD8474C3374}">
      <dgm:prSet/>
      <dgm:spPr/>
      <dgm:t>
        <a:bodyPr/>
        <a:lstStyle/>
        <a:p>
          <a:endParaRPr lang="en-US"/>
        </a:p>
      </dgm:t>
    </dgm:pt>
    <dgm:pt modelId="{2C27CD99-D4E9-4434-9C8D-DE6599261520}">
      <dgm:prSet/>
      <dgm:spPr/>
      <dgm:t>
        <a:bodyPr/>
        <a:lstStyle/>
        <a:p>
          <a:r>
            <a:rPr lang="en-US"/>
            <a:t>v1 acceptance: end-to-end prototype; severity cadence; export templates.</a:t>
          </a:r>
        </a:p>
      </dgm:t>
    </dgm:pt>
    <dgm:pt modelId="{362403DD-5852-4A2A-90B2-C27EFAE0E0E7}" type="parTrans" cxnId="{E080D858-8D7B-4A29-AB35-C0E0591E894F}">
      <dgm:prSet/>
      <dgm:spPr/>
      <dgm:t>
        <a:bodyPr/>
        <a:lstStyle/>
        <a:p>
          <a:endParaRPr lang="en-US"/>
        </a:p>
      </dgm:t>
    </dgm:pt>
    <dgm:pt modelId="{FE7A64F6-07B6-4302-ABED-B1AD2E2D205A}" type="sibTrans" cxnId="{E080D858-8D7B-4A29-AB35-C0E0591E894F}">
      <dgm:prSet/>
      <dgm:spPr/>
      <dgm:t>
        <a:bodyPr/>
        <a:lstStyle/>
        <a:p>
          <a:endParaRPr lang="en-US"/>
        </a:p>
      </dgm:t>
    </dgm:pt>
    <dgm:pt modelId="{B708A602-E3D0-4061-A667-119495FADD67}" type="pres">
      <dgm:prSet presAssocID="{3ED043E5-CCFD-4726-853D-E5DC20831AF8}" presName="root" presStyleCnt="0">
        <dgm:presLayoutVars>
          <dgm:dir/>
          <dgm:resizeHandles val="exact"/>
        </dgm:presLayoutVars>
      </dgm:prSet>
      <dgm:spPr/>
    </dgm:pt>
    <dgm:pt modelId="{410BBDFA-5D01-4969-80AF-A4857F390BDF}" type="pres">
      <dgm:prSet presAssocID="{C82B8FA1-8E1C-4DAB-A372-289AE433984C}" presName="compNode" presStyleCnt="0"/>
      <dgm:spPr/>
    </dgm:pt>
    <dgm:pt modelId="{E0808400-5E12-458A-B880-1EB4324AD00E}" type="pres">
      <dgm:prSet presAssocID="{C82B8FA1-8E1C-4DAB-A372-289AE433984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xclamation Mark"/>
        </a:ext>
      </dgm:extLst>
    </dgm:pt>
    <dgm:pt modelId="{BCEF8A11-891A-41C1-A583-9A8F6DDD26FA}" type="pres">
      <dgm:prSet presAssocID="{C82B8FA1-8E1C-4DAB-A372-289AE433984C}" presName="spaceRect" presStyleCnt="0"/>
      <dgm:spPr/>
    </dgm:pt>
    <dgm:pt modelId="{ED6CE7A8-B054-441E-AB33-50C5B3D774E1}" type="pres">
      <dgm:prSet presAssocID="{C82B8FA1-8E1C-4DAB-A372-289AE433984C}" presName="textRect" presStyleLbl="revTx" presStyleIdx="0" presStyleCnt="2">
        <dgm:presLayoutVars>
          <dgm:chMax val="1"/>
          <dgm:chPref val="1"/>
        </dgm:presLayoutVars>
      </dgm:prSet>
      <dgm:spPr/>
    </dgm:pt>
    <dgm:pt modelId="{AF414C11-FBBF-4A41-856B-1010CF2C1336}" type="pres">
      <dgm:prSet presAssocID="{25FB4EF4-567C-4B8C-A67A-D5D8AA5C5608}" presName="sibTrans" presStyleCnt="0"/>
      <dgm:spPr/>
    </dgm:pt>
    <dgm:pt modelId="{4BA0ED77-5801-436B-87B7-942746B18689}" type="pres">
      <dgm:prSet presAssocID="{2C27CD99-D4E9-4434-9C8D-DE6599261520}" presName="compNode" presStyleCnt="0"/>
      <dgm:spPr/>
    </dgm:pt>
    <dgm:pt modelId="{ED6DA22B-1ECF-45A4-B108-32306E60727C}" type="pres">
      <dgm:prSet presAssocID="{2C27CD99-D4E9-4434-9C8D-DE659926152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sion chart"/>
        </a:ext>
      </dgm:extLst>
    </dgm:pt>
    <dgm:pt modelId="{2ECA286F-EFC5-415B-89C4-2826E08E9BF4}" type="pres">
      <dgm:prSet presAssocID="{2C27CD99-D4E9-4434-9C8D-DE6599261520}" presName="spaceRect" presStyleCnt="0"/>
      <dgm:spPr/>
    </dgm:pt>
    <dgm:pt modelId="{92D43BDE-C89D-45A9-92BB-EC0B1982E227}" type="pres">
      <dgm:prSet presAssocID="{2C27CD99-D4E9-4434-9C8D-DE6599261520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9038862F-EA24-447A-A953-630A8AD71E77}" type="presOf" srcId="{2C27CD99-D4E9-4434-9C8D-DE6599261520}" destId="{92D43BDE-C89D-45A9-92BB-EC0B1982E227}" srcOrd="0" destOrd="0" presId="urn:microsoft.com/office/officeart/2018/2/layout/IconLabelList"/>
    <dgm:cxn modelId="{C342913C-6B6E-4A9C-BADE-B2494E5B8DD0}" type="presOf" srcId="{C82B8FA1-8E1C-4DAB-A372-289AE433984C}" destId="{ED6CE7A8-B054-441E-AB33-50C5B3D774E1}" srcOrd="0" destOrd="0" presId="urn:microsoft.com/office/officeart/2018/2/layout/IconLabelList"/>
    <dgm:cxn modelId="{606D276A-C36E-4A73-880C-9FF0B8199937}" type="presOf" srcId="{3ED043E5-CCFD-4726-853D-E5DC20831AF8}" destId="{B708A602-E3D0-4061-A667-119495FADD67}" srcOrd="0" destOrd="0" presId="urn:microsoft.com/office/officeart/2018/2/layout/IconLabelList"/>
    <dgm:cxn modelId="{E080D858-8D7B-4A29-AB35-C0E0591E894F}" srcId="{3ED043E5-CCFD-4726-853D-E5DC20831AF8}" destId="{2C27CD99-D4E9-4434-9C8D-DE6599261520}" srcOrd="1" destOrd="0" parTransId="{362403DD-5852-4A2A-90B2-C27EFAE0E0E7}" sibTransId="{FE7A64F6-07B6-4302-ABED-B1AD2E2D205A}"/>
    <dgm:cxn modelId="{09C681EE-45CF-4D48-9597-AFD8474C3374}" srcId="{3ED043E5-CCFD-4726-853D-E5DC20831AF8}" destId="{C82B8FA1-8E1C-4DAB-A372-289AE433984C}" srcOrd="0" destOrd="0" parTransId="{06F782E6-14A4-4BE4-9570-A2B58933EA66}" sibTransId="{25FB4EF4-567C-4B8C-A67A-D5D8AA5C5608}"/>
    <dgm:cxn modelId="{DD030940-FF70-4EAF-8C2D-33584576296E}" type="presParOf" srcId="{B708A602-E3D0-4061-A667-119495FADD67}" destId="{410BBDFA-5D01-4969-80AF-A4857F390BDF}" srcOrd="0" destOrd="0" presId="urn:microsoft.com/office/officeart/2018/2/layout/IconLabelList"/>
    <dgm:cxn modelId="{D9C39E9E-7C25-40E9-85D4-012A91991B55}" type="presParOf" srcId="{410BBDFA-5D01-4969-80AF-A4857F390BDF}" destId="{E0808400-5E12-458A-B880-1EB4324AD00E}" srcOrd="0" destOrd="0" presId="urn:microsoft.com/office/officeart/2018/2/layout/IconLabelList"/>
    <dgm:cxn modelId="{1A701CB3-9B04-4CF4-810F-603F0A1FBE6C}" type="presParOf" srcId="{410BBDFA-5D01-4969-80AF-A4857F390BDF}" destId="{BCEF8A11-891A-41C1-A583-9A8F6DDD26FA}" srcOrd="1" destOrd="0" presId="urn:microsoft.com/office/officeart/2018/2/layout/IconLabelList"/>
    <dgm:cxn modelId="{BA224464-94BE-4DEE-96B3-694B900CEE27}" type="presParOf" srcId="{410BBDFA-5D01-4969-80AF-A4857F390BDF}" destId="{ED6CE7A8-B054-441E-AB33-50C5B3D774E1}" srcOrd="2" destOrd="0" presId="urn:microsoft.com/office/officeart/2018/2/layout/IconLabelList"/>
    <dgm:cxn modelId="{B15691C1-4378-44E5-9E25-E97C7AA40935}" type="presParOf" srcId="{B708A602-E3D0-4061-A667-119495FADD67}" destId="{AF414C11-FBBF-4A41-856B-1010CF2C1336}" srcOrd="1" destOrd="0" presId="urn:microsoft.com/office/officeart/2018/2/layout/IconLabelList"/>
    <dgm:cxn modelId="{7E7E1E2D-F7FF-4CB8-8B20-1BC407F6A251}" type="presParOf" srcId="{B708A602-E3D0-4061-A667-119495FADD67}" destId="{4BA0ED77-5801-436B-87B7-942746B18689}" srcOrd="2" destOrd="0" presId="urn:microsoft.com/office/officeart/2018/2/layout/IconLabelList"/>
    <dgm:cxn modelId="{1050040A-A410-43B8-B4FA-3D768D766BE1}" type="presParOf" srcId="{4BA0ED77-5801-436B-87B7-942746B18689}" destId="{ED6DA22B-1ECF-45A4-B108-32306E60727C}" srcOrd="0" destOrd="0" presId="urn:microsoft.com/office/officeart/2018/2/layout/IconLabelList"/>
    <dgm:cxn modelId="{BCE53491-B8DD-4B4F-9258-B03DFEAFCA9D}" type="presParOf" srcId="{4BA0ED77-5801-436B-87B7-942746B18689}" destId="{2ECA286F-EFC5-415B-89C4-2826E08E9BF4}" srcOrd="1" destOrd="0" presId="urn:microsoft.com/office/officeart/2018/2/layout/IconLabelList"/>
    <dgm:cxn modelId="{6E3B8F0F-BA3D-4887-A725-C357F863F3C3}" type="presParOf" srcId="{4BA0ED77-5801-436B-87B7-942746B18689}" destId="{92D43BDE-C89D-45A9-92BB-EC0B1982E22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B4B067C-D820-4FB5-B206-D84FAE82103A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E7C206F-6C7A-4ECB-9793-A3DADFB1906F}">
      <dgm:prSet custT="1"/>
      <dgm:spPr/>
      <dgm:t>
        <a:bodyPr/>
        <a:lstStyle/>
        <a:p>
          <a:pPr>
            <a:defRPr cap="all"/>
          </a:pPr>
          <a:r>
            <a:rPr lang="en-US" sz="1800" dirty="0"/>
            <a:t>Create incident; set SEV2; generate variants.</a:t>
          </a:r>
        </a:p>
      </dgm:t>
    </dgm:pt>
    <dgm:pt modelId="{78A83417-B9AB-4074-B7DB-B972CA8366ED}" type="parTrans" cxnId="{6BC908C0-CD21-4113-9ACC-035C81B997E3}">
      <dgm:prSet/>
      <dgm:spPr/>
      <dgm:t>
        <a:bodyPr/>
        <a:lstStyle/>
        <a:p>
          <a:endParaRPr lang="en-US"/>
        </a:p>
      </dgm:t>
    </dgm:pt>
    <dgm:pt modelId="{F9836263-A813-4B51-B324-B0ABF4FEECFF}" type="sibTrans" cxnId="{6BC908C0-CD21-4113-9ACC-035C81B997E3}">
      <dgm:prSet/>
      <dgm:spPr/>
      <dgm:t>
        <a:bodyPr/>
        <a:lstStyle/>
        <a:p>
          <a:endParaRPr lang="en-US"/>
        </a:p>
      </dgm:t>
    </dgm:pt>
    <dgm:pt modelId="{01100181-304E-48CE-B514-7C925821F164}">
      <dgm:prSet/>
      <dgm:spPr/>
      <dgm:t>
        <a:bodyPr/>
        <a:lstStyle/>
        <a:p>
          <a:pPr>
            <a:defRPr cap="all"/>
          </a:pPr>
          <a:r>
            <a:rPr lang="en-US" dirty="0"/>
            <a:t>Show guardrail catch; edit; approve.</a:t>
          </a:r>
        </a:p>
      </dgm:t>
    </dgm:pt>
    <dgm:pt modelId="{D2BD20A1-A3B9-4376-BAE6-B5454FDEEC9C}" type="parTrans" cxnId="{D015E8FF-809A-439F-8CC0-FD9C51939654}">
      <dgm:prSet/>
      <dgm:spPr/>
      <dgm:t>
        <a:bodyPr/>
        <a:lstStyle/>
        <a:p>
          <a:endParaRPr lang="en-US"/>
        </a:p>
      </dgm:t>
    </dgm:pt>
    <dgm:pt modelId="{3AF23B8E-CF63-400F-91FB-EC43E66EBAC8}" type="sibTrans" cxnId="{D015E8FF-809A-439F-8CC0-FD9C51939654}">
      <dgm:prSet/>
      <dgm:spPr/>
      <dgm:t>
        <a:bodyPr/>
        <a:lstStyle/>
        <a:p>
          <a:endParaRPr lang="en-US"/>
        </a:p>
      </dgm:t>
    </dgm:pt>
    <dgm:pt modelId="{46183592-9A45-47AC-9A0A-EA8A03794A31}">
      <dgm:prSet/>
      <dgm:spPr/>
      <dgm:t>
        <a:bodyPr/>
        <a:lstStyle/>
        <a:p>
          <a:pPr>
            <a:defRPr cap="all"/>
          </a:pPr>
          <a:r>
            <a:rPr lang="en-US"/>
            <a:t>Export StatusPage snippet and email template.</a:t>
          </a:r>
        </a:p>
      </dgm:t>
    </dgm:pt>
    <dgm:pt modelId="{4052E0F6-010B-49B0-9BE3-D3094D08AA0C}" type="parTrans" cxnId="{330084ED-E040-4580-B3B5-70B6C73201F0}">
      <dgm:prSet/>
      <dgm:spPr/>
      <dgm:t>
        <a:bodyPr/>
        <a:lstStyle/>
        <a:p>
          <a:endParaRPr lang="en-US"/>
        </a:p>
      </dgm:t>
    </dgm:pt>
    <dgm:pt modelId="{6ACA9AFF-0650-459B-AB4F-CDC7AFCC9139}" type="sibTrans" cxnId="{330084ED-E040-4580-B3B5-70B6C73201F0}">
      <dgm:prSet/>
      <dgm:spPr/>
      <dgm:t>
        <a:bodyPr/>
        <a:lstStyle/>
        <a:p>
          <a:endParaRPr lang="en-US"/>
        </a:p>
      </dgm:t>
    </dgm:pt>
    <dgm:pt modelId="{86F399D2-76A2-40F7-8097-8CC24C46F86F}" type="pres">
      <dgm:prSet presAssocID="{DB4B067C-D820-4FB5-B206-D84FAE82103A}" presName="root" presStyleCnt="0">
        <dgm:presLayoutVars>
          <dgm:dir/>
          <dgm:resizeHandles val="exact"/>
        </dgm:presLayoutVars>
      </dgm:prSet>
      <dgm:spPr/>
    </dgm:pt>
    <dgm:pt modelId="{6404418A-3111-487C-83E3-44C3D656CD8A}" type="pres">
      <dgm:prSet presAssocID="{AE7C206F-6C7A-4ECB-9793-A3DADFB1906F}" presName="compNode" presStyleCnt="0"/>
      <dgm:spPr/>
    </dgm:pt>
    <dgm:pt modelId="{AA133147-A6BF-4E77-BC38-AEBE0F803695}" type="pres">
      <dgm:prSet presAssocID="{AE7C206F-6C7A-4ECB-9793-A3DADFB1906F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A54CA857-F043-4A5F-B5C1-9112800F270F}" type="pres">
      <dgm:prSet presAssocID="{AE7C206F-6C7A-4ECB-9793-A3DADFB1906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ers"/>
        </a:ext>
      </dgm:extLst>
    </dgm:pt>
    <dgm:pt modelId="{BD32C63A-78A1-44D2-8F99-E06D431CB633}" type="pres">
      <dgm:prSet presAssocID="{AE7C206F-6C7A-4ECB-9793-A3DADFB1906F}" presName="spaceRect" presStyleCnt="0"/>
      <dgm:spPr/>
    </dgm:pt>
    <dgm:pt modelId="{F9D97D02-CBDE-4C65-AECA-984AD9D4E53B}" type="pres">
      <dgm:prSet presAssocID="{AE7C206F-6C7A-4ECB-9793-A3DADFB1906F}" presName="textRect" presStyleLbl="revTx" presStyleIdx="0" presStyleCnt="3">
        <dgm:presLayoutVars>
          <dgm:chMax val="1"/>
          <dgm:chPref val="1"/>
        </dgm:presLayoutVars>
      </dgm:prSet>
      <dgm:spPr/>
    </dgm:pt>
    <dgm:pt modelId="{464CBDFE-9EC9-49E1-8438-7435FAD453ED}" type="pres">
      <dgm:prSet presAssocID="{F9836263-A813-4B51-B324-B0ABF4FEECFF}" presName="sibTrans" presStyleCnt="0"/>
      <dgm:spPr/>
    </dgm:pt>
    <dgm:pt modelId="{85B9AB39-AD83-46ED-9F10-520C1D730700}" type="pres">
      <dgm:prSet presAssocID="{01100181-304E-48CE-B514-7C925821F164}" presName="compNode" presStyleCnt="0"/>
      <dgm:spPr/>
    </dgm:pt>
    <dgm:pt modelId="{5805DF85-C27D-40D1-90AA-6B88AD8E69EC}" type="pres">
      <dgm:prSet presAssocID="{01100181-304E-48CE-B514-7C925821F164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17058530-16F5-41A5-9BDD-0DF70BA7829F}" type="pres">
      <dgm:prSet presAssocID="{01100181-304E-48CE-B514-7C925821F16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xclamation Mark"/>
        </a:ext>
      </dgm:extLst>
    </dgm:pt>
    <dgm:pt modelId="{B7F615CE-E47C-41D6-B9CF-D3F1D96967F8}" type="pres">
      <dgm:prSet presAssocID="{01100181-304E-48CE-B514-7C925821F164}" presName="spaceRect" presStyleCnt="0"/>
      <dgm:spPr/>
    </dgm:pt>
    <dgm:pt modelId="{4B0CB307-5872-4FF3-A2BC-84B6D53FE83A}" type="pres">
      <dgm:prSet presAssocID="{01100181-304E-48CE-B514-7C925821F164}" presName="textRect" presStyleLbl="revTx" presStyleIdx="1" presStyleCnt="3">
        <dgm:presLayoutVars>
          <dgm:chMax val="1"/>
          <dgm:chPref val="1"/>
        </dgm:presLayoutVars>
      </dgm:prSet>
      <dgm:spPr/>
    </dgm:pt>
    <dgm:pt modelId="{671826C6-3D5E-4235-B85E-94216FC2290B}" type="pres">
      <dgm:prSet presAssocID="{3AF23B8E-CF63-400F-91FB-EC43E66EBAC8}" presName="sibTrans" presStyleCnt="0"/>
      <dgm:spPr/>
    </dgm:pt>
    <dgm:pt modelId="{FB00BB01-1010-4319-B7CB-BBE6F7ED7D8C}" type="pres">
      <dgm:prSet presAssocID="{46183592-9A45-47AC-9A0A-EA8A03794A31}" presName="compNode" presStyleCnt="0"/>
      <dgm:spPr/>
    </dgm:pt>
    <dgm:pt modelId="{0F1BD72D-37FF-41D8-BCE0-02C6E8F4045E}" type="pres">
      <dgm:prSet presAssocID="{46183592-9A45-47AC-9A0A-EA8A03794A31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DCFDAB2E-0C1E-4A95-917E-7AAFCDC5E76D}" type="pres">
      <dgm:prSet presAssocID="{46183592-9A45-47AC-9A0A-EA8A03794A3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nd"/>
        </a:ext>
      </dgm:extLst>
    </dgm:pt>
    <dgm:pt modelId="{51ABE08C-D000-493F-AFE6-6A640A77A0BB}" type="pres">
      <dgm:prSet presAssocID="{46183592-9A45-47AC-9A0A-EA8A03794A31}" presName="spaceRect" presStyleCnt="0"/>
      <dgm:spPr/>
    </dgm:pt>
    <dgm:pt modelId="{828C731F-23F8-4DDE-9CD9-ADDF2B052EDC}" type="pres">
      <dgm:prSet presAssocID="{46183592-9A45-47AC-9A0A-EA8A03794A3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458A70F-DEC8-4E97-A539-80479E92212B}" type="presOf" srcId="{AE7C206F-6C7A-4ECB-9793-A3DADFB1906F}" destId="{F9D97D02-CBDE-4C65-AECA-984AD9D4E53B}" srcOrd="0" destOrd="0" presId="urn:microsoft.com/office/officeart/2018/5/layout/IconLeafLabelList"/>
    <dgm:cxn modelId="{8FA68A39-F780-4E7E-9BEC-23065ADFF657}" type="presOf" srcId="{DB4B067C-D820-4FB5-B206-D84FAE82103A}" destId="{86F399D2-76A2-40F7-8097-8CC24C46F86F}" srcOrd="0" destOrd="0" presId="urn:microsoft.com/office/officeart/2018/5/layout/IconLeafLabelList"/>
    <dgm:cxn modelId="{BC18AA5C-06F1-49C9-AC65-B7C458594AA8}" type="presOf" srcId="{01100181-304E-48CE-B514-7C925821F164}" destId="{4B0CB307-5872-4FF3-A2BC-84B6D53FE83A}" srcOrd="0" destOrd="0" presId="urn:microsoft.com/office/officeart/2018/5/layout/IconLeafLabelList"/>
    <dgm:cxn modelId="{3CD00160-5039-4A22-AF40-62E05C157AC4}" type="presOf" srcId="{46183592-9A45-47AC-9A0A-EA8A03794A31}" destId="{828C731F-23F8-4DDE-9CD9-ADDF2B052EDC}" srcOrd="0" destOrd="0" presId="urn:microsoft.com/office/officeart/2018/5/layout/IconLeafLabelList"/>
    <dgm:cxn modelId="{6BC908C0-CD21-4113-9ACC-035C81B997E3}" srcId="{DB4B067C-D820-4FB5-B206-D84FAE82103A}" destId="{AE7C206F-6C7A-4ECB-9793-A3DADFB1906F}" srcOrd="0" destOrd="0" parTransId="{78A83417-B9AB-4074-B7DB-B972CA8366ED}" sibTransId="{F9836263-A813-4B51-B324-B0ABF4FEECFF}"/>
    <dgm:cxn modelId="{330084ED-E040-4580-B3B5-70B6C73201F0}" srcId="{DB4B067C-D820-4FB5-B206-D84FAE82103A}" destId="{46183592-9A45-47AC-9A0A-EA8A03794A31}" srcOrd="2" destOrd="0" parTransId="{4052E0F6-010B-49B0-9BE3-D3094D08AA0C}" sibTransId="{6ACA9AFF-0650-459B-AB4F-CDC7AFCC9139}"/>
    <dgm:cxn modelId="{D015E8FF-809A-439F-8CC0-FD9C51939654}" srcId="{DB4B067C-D820-4FB5-B206-D84FAE82103A}" destId="{01100181-304E-48CE-B514-7C925821F164}" srcOrd="1" destOrd="0" parTransId="{D2BD20A1-A3B9-4376-BAE6-B5454FDEEC9C}" sibTransId="{3AF23B8E-CF63-400F-91FB-EC43E66EBAC8}"/>
    <dgm:cxn modelId="{E6ACA38A-9A73-4414-9217-E33BCFC3228E}" type="presParOf" srcId="{86F399D2-76A2-40F7-8097-8CC24C46F86F}" destId="{6404418A-3111-487C-83E3-44C3D656CD8A}" srcOrd="0" destOrd="0" presId="urn:microsoft.com/office/officeart/2018/5/layout/IconLeafLabelList"/>
    <dgm:cxn modelId="{E63B80C1-97AA-4378-819D-CE173E0E6A42}" type="presParOf" srcId="{6404418A-3111-487C-83E3-44C3D656CD8A}" destId="{AA133147-A6BF-4E77-BC38-AEBE0F803695}" srcOrd="0" destOrd="0" presId="urn:microsoft.com/office/officeart/2018/5/layout/IconLeafLabelList"/>
    <dgm:cxn modelId="{A320D2D2-1CA8-4957-92B5-E29C9A2455AF}" type="presParOf" srcId="{6404418A-3111-487C-83E3-44C3D656CD8A}" destId="{A54CA857-F043-4A5F-B5C1-9112800F270F}" srcOrd="1" destOrd="0" presId="urn:microsoft.com/office/officeart/2018/5/layout/IconLeafLabelList"/>
    <dgm:cxn modelId="{F5A660C0-466A-4024-8DC0-78680ACE100F}" type="presParOf" srcId="{6404418A-3111-487C-83E3-44C3D656CD8A}" destId="{BD32C63A-78A1-44D2-8F99-E06D431CB633}" srcOrd="2" destOrd="0" presId="urn:microsoft.com/office/officeart/2018/5/layout/IconLeafLabelList"/>
    <dgm:cxn modelId="{BB9517F2-04CB-4C36-B8D5-D16F2CE7D325}" type="presParOf" srcId="{6404418A-3111-487C-83E3-44C3D656CD8A}" destId="{F9D97D02-CBDE-4C65-AECA-984AD9D4E53B}" srcOrd="3" destOrd="0" presId="urn:microsoft.com/office/officeart/2018/5/layout/IconLeafLabelList"/>
    <dgm:cxn modelId="{3F966CFE-6DC7-4020-8C36-484DFDD4DE4E}" type="presParOf" srcId="{86F399D2-76A2-40F7-8097-8CC24C46F86F}" destId="{464CBDFE-9EC9-49E1-8438-7435FAD453ED}" srcOrd="1" destOrd="0" presId="urn:microsoft.com/office/officeart/2018/5/layout/IconLeafLabelList"/>
    <dgm:cxn modelId="{05D364CB-6E75-4EC8-B6D8-A21AC98B6325}" type="presParOf" srcId="{86F399D2-76A2-40F7-8097-8CC24C46F86F}" destId="{85B9AB39-AD83-46ED-9F10-520C1D730700}" srcOrd="2" destOrd="0" presId="urn:microsoft.com/office/officeart/2018/5/layout/IconLeafLabelList"/>
    <dgm:cxn modelId="{35CC29D3-6BB7-4A71-8501-C0A50457411C}" type="presParOf" srcId="{85B9AB39-AD83-46ED-9F10-520C1D730700}" destId="{5805DF85-C27D-40D1-90AA-6B88AD8E69EC}" srcOrd="0" destOrd="0" presId="urn:microsoft.com/office/officeart/2018/5/layout/IconLeafLabelList"/>
    <dgm:cxn modelId="{5B3B7D60-AE81-4EF0-8397-E9D60DA82F5E}" type="presParOf" srcId="{85B9AB39-AD83-46ED-9F10-520C1D730700}" destId="{17058530-16F5-41A5-9BDD-0DF70BA7829F}" srcOrd="1" destOrd="0" presId="urn:microsoft.com/office/officeart/2018/5/layout/IconLeafLabelList"/>
    <dgm:cxn modelId="{A0B7CB95-FE3E-4E51-A3A6-068469A7AFD7}" type="presParOf" srcId="{85B9AB39-AD83-46ED-9F10-520C1D730700}" destId="{B7F615CE-E47C-41D6-B9CF-D3F1D96967F8}" srcOrd="2" destOrd="0" presId="urn:microsoft.com/office/officeart/2018/5/layout/IconLeafLabelList"/>
    <dgm:cxn modelId="{B0038E0C-6D57-4D6E-9089-3F94E36B46BA}" type="presParOf" srcId="{85B9AB39-AD83-46ED-9F10-520C1D730700}" destId="{4B0CB307-5872-4FF3-A2BC-84B6D53FE83A}" srcOrd="3" destOrd="0" presId="urn:microsoft.com/office/officeart/2018/5/layout/IconLeafLabelList"/>
    <dgm:cxn modelId="{8F4DC562-D2DA-45F2-9BEE-2B9E35F6BAE4}" type="presParOf" srcId="{86F399D2-76A2-40F7-8097-8CC24C46F86F}" destId="{671826C6-3D5E-4235-B85E-94216FC2290B}" srcOrd="3" destOrd="0" presId="urn:microsoft.com/office/officeart/2018/5/layout/IconLeafLabelList"/>
    <dgm:cxn modelId="{F41271B5-4346-473A-85D1-2188E600236F}" type="presParOf" srcId="{86F399D2-76A2-40F7-8097-8CC24C46F86F}" destId="{FB00BB01-1010-4319-B7CB-BBE6F7ED7D8C}" srcOrd="4" destOrd="0" presId="urn:microsoft.com/office/officeart/2018/5/layout/IconLeafLabelList"/>
    <dgm:cxn modelId="{F2901C77-FA48-4A97-9CF5-C4343EEF4D2D}" type="presParOf" srcId="{FB00BB01-1010-4319-B7CB-BBE6F7ED7D8C}" destId="{0F1BD72D-37FF-41D8-BCE0-02C6E8F4045E}" srcOrd="0" destOrd="0" presId="urn:microsoft.com/office/officeart/2018/5/layout/IconLeafLabelList"/>
    <dgm:cxn modelId="{F4099616-5599-4138-8342-88C6481FFD0F}" type="presParOf" srcId="{FB00BB01-1010-4319-B7CB-BBE6F7ED7D8C}" destId="{DCFDAB2E-0C1E-4A95-917E-7AAFCDC5E76D}" srcOrd="1" destOrd="0" presId="urn:microsoft.com/office/officeart/2018/5/layout/IconLeafLabelList"/>
    <dgm:cxn modelId="{2F7D2456-E05B-4496-9048-3ED4F04A4007}" type="presParOf" srcId="{FB00BB01-1010-4319-B7CB-BBE6F7ED7D8C}" destId="{51ABE08C-D000-493F-AFE6-6A640A77A0BB}" srcOrd="2" destOrd="0" presId="urn:microsoft.com/office/officeart/2018/5/layout/IconLeafLabelList"/>
    <dgm:cxn modelId="{CA25DCBC-E308-42F4-98C3-23D7668C2FC9}" type="presParOf" srcId="{FB00BB01-1010-4319-B7CB-BBE6F7ED7D8C}" destId="{828C731F-23F8-4DDE-9CD9-ADDF2B052EDC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8346EEC-A726-4932-BC9D-5288EC70D4B1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4FEA340-2429-4678-BA17-FB3C8E9C9553}">
      <dgm:prSet custT="1"/>
      <dgm:spPr/>
      <dgm:t>
        <a:bodyPr/>
        <a:lstStyle/>
        <a:p>
          <a:r>
            <a:rPr lang="en-US" sz="1800" dirty="0"/>
            <a:t>Slack ingestion, training data, multilingual support.</a:t>
          </a:r>
        </a:p>
      </dgm:t>
    </dgm:pt>
    <dgm:pt modelId="{0EDAFC1D-FC2C-4573-A929-A4CF035131D9}" type="parTrans" cxnId="{929D1B0D-4D5A-4BBF-882D-ED24D86FAD23}">
      <dgm:prSet/>
      <dgm:spPr/>
      <dgm:t>
        <a:bodyPr/>
        <a:lstStyle/>
        <a:p>
          <a:endParaRPr lang="en-US"/>
        </a:p>
      </dgm:t>
    </dgm:pt>
    <dgm:pt modelId="{04E006A2-FDE9-4434-A0D7-0DE07622694C}" type="sibTrans" cxnId="{929D1B0D-4D5A-4BBF-882D-ED24D86FAD23}">
      <dgm:prSet/>
      <dgm:spPr/>
      <dgm:t>
        <a:bodyPr/>
        <a:lstStyle/>
        <a:p>
          <a:endParaRPr lang="en-US"/>
        </a:p>
      </dgm:t>
    </dgm:pt>
    <dgm:pt modelId="{69603659-8D3C-4CDF-8FE7-2EC5F82EA074}">
      <dgm:prSet custT="1"/>
      <dgm:spPr/>
      <dgm:t>
        <a:bodyPr/>
        <a:lstStyle/>
        <a:p>
          <a:r>
            <a:rPr lang="en-US" sz="1800" dirty="0"/>
            <a:t>LLM choice &amp; hosting, customer-specific tone options.</a:t>
          </a:r>
        </a:p>
      </dgm:t>
    </dgm:pt>
    <dgm:pt modelId="{D4483F6F-216D-4F68-9D5A-F08ABC8DD05A}" type="parTrans" cxnId="{D617734C-B3F8-47AA-AAD6-26D49F5841D9}">
      <dgm:prSet/>
      <dgm:spPr/>
      <dgm:t>
        <a:bodyPr/>
        <a:lstStyle/>
        <a:p>
          <a:endParaRPr lang="en-US"/>
        </a:p>
      </dgm:t>
    </dgm:pt>
    <dgm:pt modelId="{9BE52C21-010D-4E74-AE36-2D50891B9DFB}" type="sibTrans" cxnId="{D617734C-B3F8-47AA-AAD6-26D49F5841D9}">
      <dgm:prSet/>
      <dgm:spPr/>
      <dgm:t>
        <a:bodyPr/>
        <a:lstStyle/>
        <a:p>
          <a:endParaRPr lang="en-US"/>
        </a:p>
      </dgm:t>
    </dgm:pt>
    <dgm:pt modelId="{00E75B78-2313-40B0-8EF9-724922B575DB}" type="pres">
      <dgm:prSet presAssocID="{88346EEC-A726-4932-BC9D-5288EC70D4B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DAA330D-0E29-4B5C-BAAB-C78CB097CB58}" type="pres">
      <dgm:prSet presAssocID="{C4FEA340-2429-4678-BA17-FB3C8E9C9553}" presName="hierRoot1" presStyleCnt="0"/>
      <dgm:spPr/>
    </dgm:pt>
    <dgm:pt modelId="{3E558A91-4A6A-409E-8174-C556799A2772}" type="pres">
      <dgm:prSet presAssocID="{C4FEA340-2429-4678-BA17-FB3C8E9C9553}" presName="composite" presStyleCnt="0"/>
      <dgm:spPr/>
    </dgm:pt>
    <dgm:pt modelId="{20AAE066-69D7-461D-9EE1-E4D13AE2F24F}" type="pres">
      <dgm:prSet presAssocID="{C4FEA340-2429-4678-BA17-FB3C8E9C9553}" presName="background" presStyleLbl="node0" presStyleIdx="0" presStyleCnt="2"/>
      <dgm:spPr/>
    </dgm:pt>
    <dgm:pt modelId="{D4309E0D-FB2B-4747-8E1A-D0772B0AA300}" type="pres">
      <dgm:prSet presAssocID="{C4FEA340-2429-4678-BA17-FB3C8E9C9553}" presName="text" presStyleLbl="fgAcc0" presStyleIdx="0" presStyleCnt="2">
        <dgm:presLayoutVars>
          <dgm:chPref val="3"/>
        </dgm:presLayoutVars>
      </dgm:prSet>
      <dgm:spPr/>
    </dgm:pt>
    <dgm:pt modelId="{A7267BE9-600D-4959-B6D9-C89AA814D117}" type="pres">
      <dgm:prSet presAssocID="{C4FEA340-2429-4678-BA17-FB3C8E9C9553}" presName="hierChild2" presStyleCnt="0"/>
      <dgm:spPr/>
    </dgm:pt>
    <dgm:pt modelId="{1BE05567-5B3E-473F-BE6B-1C740026D746}" type="pres">
      <dgm:prSet presAssocID="{69603659-8D3C-4CDF-8FE7-2EC5F82EA074}" presName="hierRoot1" presStyleCnt="0"/>
      <dgm:spPr/>
    </dgm:pt>
    <dgm:pt modelId="{AE31EB77-B6EE-439F-A97C-44C7420D61B2}" type="pres">
      <dgm:prSet presAssocID="{69603659-8D3C-4CDF-8FE7-2EC5F82EA074}" presName="composite" presStyleCnt="0"/>
      <dgm:spPr/>
    </dgm:pt>
    <dgm:pt modelId="{F9C52623-0DE9-4D45-94CB-6A9F2D93E5A4}" type="pres">
      <dgm:prSet presAssocID="{69603659-8D3C-4CDF-8FE7-2EC5F82EA074}" presName="background" presStyleLbl="node0" presStyleIdx="1" presStyleCnt="2"/>
      <dgm:spPr/>
    </dgm:pt>
    <dgm:pt modelId="{C76E6536-1189-47D3-8CCA-DD34C3912CFE}" type="pres">
      <dgm:prSet presAssocID="{69603659-8D3C-4CDF-8FE7-2EC5F82EA074}" presName="text" presStyleLbl="fgAcc0" presStyleIdx="1" presStyleCnt="2">
        <dgm:presLayoutVars>
          <dgm:chPref val="3"/>
        </dgm:presLayoutVars>
      </dgm:prSet>
      <dgm:spPr/>
    </dgm:pt>
    <dgm:pt modelId="{A74FD72B-339D-44B0-9C0C-E8C69C120059}" type="pres">
      <dgm:prSet presAssocID="{69603659-8D3C-4CDF-8FE7-2EC5F82EA074}" presName="hierChild2" presStyleCnt="0"/>
      <dgm:spPr/>
    </dgm:pt>
  </dgm:ptLst>
  <dgm:cxnLst>
    <dgm:cxn modelId="{929D1B0D-4D5A-4BBF-882D-ED24D86FAD23}" srcId="{88346EEC-A726-4932-BC9D-5288EC70D4B1}" destId="{C4FEA340-2429-4678-BA17-FB3C8E9C9553}" srcOrd="0" destOrd="0" parTransId="{0EDAFC1D-FC2C-4573-A929-A4CF035131D9}" sibTransId="{04E006A2-FDE9-4434-A0D7-0DE07622694C}"/>
    <dgm:cxn modelId="{D617734C-B3F8-47AA-AAD6-26D49F5841D9}" srcId="{88346EEC-A726-4932-BC9D-5288EC70D4B1}" destId="{69603659-8D3C-4CDF-8FE7-2EC5F82EA074}" srcOrd="1" destOrd="0" parTransId="{D4483F6F-216D-4F68-9D5A-F08ABC8DD05A}" sibTransId="{9BE52C21-010D-4E74-AE36-2D50891B9DFB}"/>
    <dgm:cxn modelId="{3CD9BF98-C037-4EEA-9688-081683682253}" type="presOf" srcId="{69603659-8D3C-4CDF-8FE7-2EC5F82EA074}" destId="{C76E6536-1189-47D3-8CCA-DD34C3912CFE}" srcOrd="0" destOrd="0" presId="urn:microsoft.com/office/officeart/2005/8/layout/hierarchy1"/>
    <dgm:cxn modelId="{7315E39D-CF09-4109-A5F1-3CD3B0BD5AF4}" type="presOf" srcId="{C4FEA340-2429-4678-BA17-FB3C8E9C9553}" destId="{D4309E0D-FB2B-4747-8E1A-D0772B0AA300}" srcOrd="0" destOrd="0" presId="urn:microsoft.com/office/officeart/2005/8/layout/hierarchy1"/>
    <dgm:cxn modelId="{CA257ADA-D9F7-4C9B-9B02-FB7379F07D3A}" type="presOf" srcId="{88346EEC-A726-4932-BC9D-5288EC70D4B1}" destId="{00E75B78-2313-40B0-8EF9-724922B575DB}" srcOrd="0" destOrd="0" presId="urn:microsoft.com/office/officeart/2005/8/layout/hierarchy1"/>
    <dgm:cxn modelId="{A66CDBB9-CACC-4EE3-A8F2-A438E2DC2AB1}" type="presParOf" srcId="{00E75B78-2313-40B0-8EF9-724922B575DB}" destId="{4DAA330D-0E29-4B5C-BAAB-C78CB097CB58}" srcOrd="0" destOrd="0" presId="urn:microsoft.com/office/officeart/2005/8/layout/hierarchy1"/>
    <dgm:cxn modelId="{4D3D2936-5420-4541-B0B8-A829BD441478}" type="presParOf" srcId="{4DAA330D-0E29-4B5C-BAAB-C78CB097CB58}" destId="{3E558A91-4A6A-409E-8174-C556799A2772}" srcOrd="0" destOrd="0" presId="urn:microsoft.com/office/officeart/2005/8/layout/hierarchy1"/>
    <dgm:cxn modelId="{86462EEC-3F11-4905-AB65-0B60B9926F28}" type="presParOf" srcId="{3E558A91-4A6A-409E-8174-C556799A2772}" destId="{20AAE066-69D7-461D-9EE1-E4D13AE2F24F}" srcOrd="0" destOrd="0" presId="urn:microsoft.com/office/officeart/2005/8/layout/hierarchy1"/>
    <dgm:cxn modelId="{D79FEA69-4DFB-4497-A658-DF2CA4D7F2E1}" type="presParOf" srcId="{3E558A91-4A6A-409E-8174-C556799A2772}" destId="{D4309E0D-FB2B-4747-8E1A-D0772B0AA300}" srcOrd="1" destOrd="0" presId="urn:microsoft.com/office/officeart/2005/8/layout/hierarchy1"/>
    <dgm:cxn modelId="{97A5E368-99F9-4B88-8541-4279C7E6788E}" type="presParOf" srcId="{4DAA330D-0E29-4B5C-BAAB-C78CB097CB58}" destId="{A7267BE9-600D-4959-B6D9-C89AA814D117}" srcOrd="1" destOrd="0" presId="urn:microsoft.com/office/officeart/2005/8/layout/hierarchy1"/>
    <dgm:cxn modelId="{C772C5BB-B751-4321-B2AE-F42CCF206610}" type="presParOf" srcId="{00E75B78-2313-40B0-8EF9-724922B575DB}" destId="{1BE05567-5B3E-473F-BE6B-1C740026D746}" srcOrd="1" destOrd="0" presId="urn:microsoft.com/office/officeart/2005/8/layout/hierarchy1"/>
    <dgm:cxn modelId="{EDD69F93-FF7E-4D3E-8FB9-C214E5F5318A}" type="presParOf" srcId="{1BE05567-5B3E-473F-BE6B-1C740026D746}" destId="{AE31EB77-B6EE-439F-A97C-44C7420D61B2}" srcOrd="0" destOrd="0" presId="urn:microsoft.com/office/officeart/2005/8/layout/hierarchy1"/>
    <dgm:cxn modelId="{F892C18D-D91A-4934-B9B2-1502B07FFC8B}" type="presParOf" srcId="{AE31EB77-B6EE-439F-A97C-44C7420D61B2}" destId="{F9C52623-0DE9-4D45-94CB-6A9F2D93E5A4}" srcOrd="0" destOrd="0" presId="urn:microsoft.com/office/officeart/2005/8/layout/hierarchy1"/>
    <dgm:cxn modelId="{69C7BF93-093A-4240-AEE1-48E9EC3308EC}" type="presParOf" srcId="{AE31EB77-B6EE-439F-A97C-44C7420D61B2}" destId="{C76E6536-1189-47D3-8CCA-DD34C3912CFE}" srcOrd="1" destOrd="0" presId="urn:microsoft.com/office/officeart/2005/8/layout/hierarchy1"/>
    <dgm:cxn modelId="{4B7EDA48-1D94-48F3-A840-038FE3033EC0}" type="presParOf" srcId="{1BE05567-5B3E-473F-BE6B-1C740026D746}" destId="{A74FD72B-339D-44B0-9C0C-E8C69C12005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3615C0-1406-474C-9D18-02B438673C61}">
      <dsp:nvSpPr>
        <dsp:cNvPr id="0" name=""/>
        <dsp:cNvSpPr/>
      </dsp:nvSpPr>
      <dsp:spPr>
        <a:xfrm>
          <a:off x="1099810" y="696102"/>
          <a:ext cx="1660500" cy="1660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5DC36D-0385-41B2-BAF3-0B5071202B1A}">
      <dsp:nvSpPr>
        <dsp:cNvPr id="0" name=""/>
        <dsp:cNvSpPr/>
      </dsp:nvSpPr>
      <dsp:spPr>
        <a:xfrm>
          <a:off x="8506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Manual incident communications are slow, inconsistent, and risky.</a:t>
          </a:r>
        </a:p>
      </dsp:txBody>
      <dsp:txXfrm>
        <a:off x="85060" y="2776702"/>
        <a:ext cx="3690000" cy="720000"/>
      </dsp:txXfrm>
    </dsp:sp>
    <dsp:sp modelId="{F0764AAA-F5CC-45FD-91DA-0D65CD1CA105}">
      <dsp:nvSpPr>
        <dsp:cNvPr id="0" name=""/>
        <dsp:cNvSpPr/>
      </dsp:nvSpPr>
      <dsp:spPr>
        <a:xfrm>
          <a:off x="5435560" y="696102"/>
          <a:ext cx="1660500" cy="1660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6EB730-A30D-451B-A867-9448B4789C9F}">
      <dsp:nvSpPr>
        <dsp:cNvPr id="0" name=""/>
        <dsp:cNvSpPr/>
      </dsp:nvSpPr>
      <dsp:spPr>
        <a:xfrm>
          <a:off x="442081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ICs/CSEs split focus; increased incident load.</a:t>
          </a:r>
        </a:p>
      </dsp:txBody>
      <dsp:txXfrm>
        <a:off x="4420810" y="2776702"/>
        <a:ext cx="369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A42B0D-C9CA-4E35-A98A-64E41F7A8D07}">
      <dsp:nvSpPr>
        <dsp:cNvPr id="0" name=""/>
        <dsp:cNvSpPr/>
      </dsp:nvSpPr>
      <dsp:spPr>
        <a:xfrm>
          <a:off x="5268" y="1359623"/>
          <a:ext cx="964111" cy="96411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F1DDC8-95E7-46FC-88A8-874FD7D81B2E}">
      <dsp:nvSpPr>
        <dsp:cNvPr id="0" name=""/>
        <dsp:cNvSpPr/>
      </dsp:nvSpPr>
      <dsp:spPr>
        <a:xfrm>
          <a:off x="207731" y="1562086"/>
          <a:ext cx="559184" cy="55918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B021F2-5A52-4596-A8C9-006A6DAA7A3F}">
      <dsp:nvSpPr>
        <dsp:cNvPr id="0" name=""/>
        <dsp:cNvSpPr/>
      </dsp:nvSpPr>
      <dsp:spPr>
        <a:xfrm>
          <a:off x="1175975" y="1359623"/>
          <a:ext cx="2272548" cy="9641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AICA generates customer-ready drafts across incident stages.</a:t>
          </a:r>
        </a:p>
      </dsp:txBody>
      <dsp:txXfrm>
        <a:off x="1175975" y="1359623"/>
        <a:ext cx="2272548" cy="964111"/>
      </dsp:txXfrm>
    </dsp:sp>
    <dsp:sp modelId="{8C0F1033-A967-4E58-8907-EC56031A63FC}">
      <dsp:nvSpPr>
        <dsp:cNvPr id="0" name=""/>
        <dsp:cNvSpPr/>
      </dsp:nvSpPr>
      <dsp:spPr>
        <a:xfrm>
          <a:off x="3844498" y="1359623"/>
          <a:ext cx="964111" cy="96411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C643E4-684A-4616-9CD2-6ADC16C89886}">
      <dsp:nvSpPr>
        <dsp:cNvPr id="0" name=""/>
        <dsp:cNvSpPr/>
      </dsp:nvSpPr>
      <dsp:spPr>
        <a:xfrm>
          <a:off x="4046962" y="1562086"/>
          <a:ext cx="559184" cy="55918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D09302-4906-4300-8D75-2973BC61EA6E}">
      <dsp:nvSpPr>
        <dsp:cNvPr id="0" name=""/>
        <dsp:cNvSpPr/>
      </dsp:nvSpPr>
      <dsp:spPr>
        <a:xfrm>
          <a:off x="5015205" y="1359623"/>
          <a:ext cx="2272548" cy="9641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Guardrails enforce tone, safety, and non-disclosure.</a:t>
          </a:r>
        </a:p>
      </dsp:txBody>
      <dsp:txXfrm>
        <a:off x="5015205" y="1359623"/>
        <a:ext cx="2272548" cy="96411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F0D939-589F-47F3-B3C4-DE4DEB86DEAD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1E0E06-F57E-4F77-889F-4493F49D974D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Policy matrix; redaction; PII/DLP.</a:t>
          </a:r>
        </a:p>
      </dsp:txBody>
      <dsp:txXfrm>
        <a:off x="456496" y="980400"/>
        <a:ext cx="3381034" cy="2099279"/>
      </dsp:txXfrm>
    </dsp:sp>
    <dsp:sp modelId="{04013AC8-B79B-4CC1-96FD-4C4D40333CA7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ABBC69-A277-4045-A277-963378C6B4D0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Ephemeral sessions; retention options; observability.</a:t>
          </a:r>
        </a:p>
      </dsp:txBody>
      <dsp:txXfrm>
        <a:off x="4748523" y="980400"/>
        <a:ext cx="3381034" cy="209927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808400-5E12-458A-B880-1EB4324AD00E}">
      <dsp:nvSpPr>
        <dsp:cNvPr id="0" name=""/>
        <dsp:cNvSpPr/>
      </dsp:nvSpPr>
      <dsp:spPr>
        <a:xfrm>
          <a:off x="1099810" y="696102"/>
          <a:ext cx="1660500" cy="1660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6CE7A8-B054-441E-AB33-50C5B3D774E1}">
      <dsp:nvSpPr>
        <dsp:cNvPr id="0" name=""/>
        <dsp:cNvSpPr/>
      </dsp:nvSpPr>
      <dsp:spPr>
        <a:xfrm>
          <a:off x="8506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Time reduction, tone consistency, latency, adoption.</a:t>
          </a:r>
        </a:p>
      </dsp:txBody>
      <dsp:txXfrm>
        <a:off x="85060" y="2776702"/>
        <a:ext cx="3690000" cy="720000"/>
      </dsp:txXfrm>
    </dsp:sp>
    <dsp:sp modelId="{ED6DA22B-1ECF-45A4-B108-32306E60727C}">
      <dsp:nvSpPr>
        <dsp:cNvPr id="0" name=""/>
        <dsp:cNvSpPr/>
      </dsp:nvSpPr>
      <dsp:spPr>
        <a:xfrm>
          <a:off x="5435560" y="696102"/>
          <a:ext cx="1660500" cy="1660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D43BDE-C89D-45A9-92BB-EC0B1982E227}">
      <dsp:nvSpPr>
        <dsp:cNvPr id="0" name=""/>
        <dsp:cNvSpPr/>
      </dsp:nvSpPr>
      <dsp:spPr>
        <a:xfrm>
          <a:off x="442081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v1 acceptance: end-to-end prototype; severity cadence; export templates.</a:t>
          </a:r>
        </a:p>
      </dsp:txBody>
      <dsp:txXfrm>
        <a:off x="4420810" y="2776702"/>
        <a:ext cx="3690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133147-A6BF-4E77-BC38-AEBE0F803695}">
      <dsp:nvSpPr>
        <dsp:cNvPr id="0" name=""/>
        <dsp:cNvSpPr/>
      </dsp:nvSpPr>
      <dsp:spPr>
        <a:xfrm>
          <a:off x="518185" y="746402"/>
          <a:ext cx="1475437" cy="1475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4CA857-F043-4A5F-B5C1-9112800F270F}">
      <dsp:nvSpPr>
        <dsp:cNvPr id="0" name=""/>
        <dsp:cNvSpPr/>
      </dsp:nvSpPr>
      <dsp:spPr>
        <a:xfrm>
          <a:off x="832623" y="10608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D97D02-CBDE-4C65-AECA-984AD9D4E53B}">
      <dsp:nvSpPr>
        <dsp:cNvPr id="0" name=""/>
        <dsp:cNvSpPr/>
      </dsp:nvSpPr>
      <dsp:spPr>
        <a:xfrm>
          <a:off x="46529" y="2681402"/>
          <a:ext cx="2418750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Create incident; set SEV2; generate variants.</a:t>
          </a:r>
        </a:p>
      </dsp:txBody>
      <dsp:txXfrm>
        <a:off x="46529" y="2681402"/>
        <a:ext cx="2418750" cy="765000"/>
      </dsp:txXfrm>
    </dsp:sp>
    <dsp:sp modelId="{5805DF85-C27D-40D1-90AA-6B88AD8E69EC}">
      <dsp:nvSpPr>
        <dsp:cNvPr id="0" name=""/>
        <dsp:cNvSpPr/>
      </dsp:nvSpPr>
      <dsp:spPr>
        <a:xfrm>
          <a:off x="3360216" y="746402"/>
          <a:ext cx="1475437" cy="1475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058530-16F5-41A5-9BDD-0DF70BA7829F}">
      <dsp:nvSpPr>
        <dsp:cNvPr id="0" name=""/>
        <dsp:cNvSpPr/>
      </dsp:nvSpPr>
      <dsp:spPr>
        <a:xfrm>
          <a:off x="3674654" y="10608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0CB307-5872-4FF3-A2BC-84B6D53FE83A}">
      <dsp:nvSpPr>
        <dsp:cNvPr id="0" name=""/>
        <dsp:cNvSpPr/>
      </dsp:nvSpPr>
      <dsp:spPr>
        <a:xfrm>
          <a:off x="2888560" y="2681402"/>
          <a:ext cx="2418750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Show guardrail catch; edit; approve.</a:t>
          </a:r>
        </a:p>
      </dsp:txBody>
      <dsp:txXfrm>
        <a:off x="2888560" y="2681402"/>
        <a:ext cx="2418750" cy="765000"/>
      </dsp:txXfrm>
    </dsp:sp>
    <dsp:sp modelId="{0F1BD72D-37FF-41D8-BCE0-02C6E8F4045E}">
      <dsp:nvSpPr>
        <dsp:cNvPr id="0" name=""/>
        <dsp:cNvSpPr/>
      </dsp:nvSpPr>
      <dsp:spPr>
        <a:xfrm>
          <a:off x="6202248" y="746402"/>
          <a:ext cx="1475437" cy="1475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FDAB2E-0C1E-4A95-917E-7AAFCDC5E76D}">
      <dsp:nvSpPr>
        <dsp:cNvPr id="0" name=""/>
        <dsp:cNvSpPr/>
      </dsp:nvSpPr>
      <dsp:spPr>
        <a:xfrm>
          <a:off x="6516685" y="10608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8C731F-23F8-4DDE-9CD9-ADDF2B052EDC}">
      <dsp:nvSpPr>
        <dsp:cNvPr id="0" name=""/>
        <dsp:cNvSpPr/>
      </dsp:nvSpPr>
      <dsp:spPr>
        <a:xfrm>
          <a:off x="5730591" y="2681402"/>
          <a:ext cx="2418750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Export StatusPage snippet and email template.</a:t>
          </a:r>
        </a:p>
      </dsp:txBody>
      <dsp:txXfrm>
        <a:off x="5730591" y="2681402"/>
        <a:ext cx="2418750" cy="765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AAE066-69D7-461D-9EE1-E4D13AE2F24F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309E0D-FB2B-4747-8E1A-D0772B0AA300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Slack ingestion, training data, multilingual support.</a:t>
          </a:r>
        </a:p>
      </dsp:txBody>
      <dsp:txXfrm>
        <a:off x="456496" y="980400"/>
        <a:ext cx="3381034" cy="2099279"/>
      </dsp:txXfrm>
    </dsp:sp>
    <dsp:sp modelId="{F9C52623-0DE9-4D45-94CB-6A9F2D93E5A4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6E6536-1189-47D3-8CCA-DD34C3912CFE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LLM choice &amp; hosting, customer-specific tone options.</a:t>
          </a:r>
        </a:p>
      </dsp:txBody>
      <dsp:txXfrm>
        <a:off x="4748523" y="980400"/>
        <a:ext cx="3381034" cy="20992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8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9144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140040" y="-1133192"/>
            <a:ext cx="6858001" cy="9124385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1072" y="0"/>
            <a:ext cx="4572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3"/>
            <a:ext cx="9137153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784" y="4049"/>
            <a:ext cx="7662432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0019" y="1416809"/>
            <a:ext cx="6110785" cy="3081242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AICA – AI Incident Communications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9957" y="5171093"/>
            <a:ext cx="6808971" cy="860620"/>
          </a:xfrm>
        </p:spPr>
        <p:txBody>
          <a:bodyPr anchor="ctr">
            <a:normAutofit/>
          </a:bodyPr>
          <a:lstStyle/>
          <a:p>
            <a:r>
              <a:rPr lang="en-US" sz="2400" dirty="0">
                <a:solidFill>
                  <a:srgbClr val="FFFFFF"/>
                </a:solidFill>
              </a:rPr>
              <a:t>Pitch Deck – Tolulope Akinlabi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1. Problem &amp; Context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C15BBCD-89AF-1D02-0646-3A17EBCF69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60464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2. Solution Overview</a:t>
            </a:r>
          </a:p>
        </p:txBody>
      </p:sp>
      <p:graphicFrame>
        <p:nvGraphicFramePr>
          <p:cNvPr id="35" name="Content Placeholder 2">
            <a:extLst>
              <a:ext uri="{FF2B5EF4-FFF2-40B4-BE49-F238E27FC236}">
                <a16:creationId xmlns:a16="http://schemas.microsoft.com/office/drawing/2014/main" id="{E18A784F-0CA4-866A-12C4-20C873DD6F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7375918"/>
              </p:ext>
            </p:extLst>
          </p:nvPr>
        </p:nvGraphicFramePr>
        <p:xfrm>
          <a:off x="1028699" y="2318197"/>
          <a:ext cx="7293023" cy="36833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3. Workflow &amp; UX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E4BCFF-143E-04E2-5EDD-25327D36C9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60382" y="1966293"/>
            <a:ext cx="6823234" cy="44521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4. Architecture</a:t>
            </a:r>
          </a:p>
        </p:txBody>
      </p:sp>
      <p:pic>
        <p:nvPicPr>
          <p:cNvPr id="3" name="Picture 2" descr="A computer screen shot of a black screen&#10;&#10;AI-generated content may be incorrect.">
            <a:extLst>
              <a:ext uri="{FF2B5EF4-FFF2-40B4-BE49-F238E27FC236}">
                <a16:creationId xmlns:a16="http://schemas.microsoft.com/office/drawing/2014/main" id="{088A6BE0-144C-543A-CAEC-C10B3F905A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93966" y="1966293"/>
            <a:ext cx="5956066" cy="44521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5. Safety &amp; Security</a:t>
            </a:r>
          </a:p>
        </p:txBody>
      </p:sp>
      <p:graphicFrame>
        <p:nvGraphicFramePr>
          <p:cNvPr id="31" name="Content Placeholder 2">
            <a:extLst>
              <a:ext uri="{FF2B5EF4-FFF2-40B4-BE49-F238E27FC236}">
                <a16:creationId xmlns:a16="http://schemas.microsoft.com/office/drawing/2014/main" id="{31FFD930-C677-6F8C-05F6-3DFAFFD289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2168919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6. Success Metrics &amp; Acceptance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19931DCB-6FE9-C2E2-A2B0-EA5921EB9E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731743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7. Demo Script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274689A0-6784-12AA-304C-5F17D65B0B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212318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8. Roadmap &amp; Open Questions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2152E9E9-8DB9-F534-4775-9F42F90890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3297449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168</Words>
  <Application>Microsoft Office PowerPoint</Application>
  <PresentationFormat>On-screen Show (4:3)</PresentationFormat>
  <Paragraphs>23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AICA – AI Incident Communications Assistant</vt:lpstr>
      <vt:lpstr>1. Problem &amp; Context</vt:lpstr>
      <vt:lpstr>2. Solution Overview</vt:lpstr>
      <vt:lpstr>3. Workflow &amp; UX</vt:lpstr>
      <vt:lpstr>4. Architecture</vt:lpstr>
      <vt:lpstr>5. Safety &amp; Security</vt:lpstr>
      <vt:lpstr>6. Success Metrics &amp; Acceptance</vt:lpstr>
      <vt:lpstr>7. Demo Script</vt:lpstr>
      <vt:lpstr>8. Roadmap &amp; Open Questions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Tolulope Akinlabi</cp:lastModifiedBy>
  <cp:revision>3</cp:revision>
  <dcterms:created xsi:type="dcterms:W3CDTF">2013-01-27T09:14:16Z</dcterms:created>
  <dcterms:modified xsi:type="dcterms:W3CDTF">2025-11-26T03:04:04Z</dcterms:modified>
  <cp:category/>
</cp:coreProperties>
</file>